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 먹거리 리뷰 &amp; 리워드 앱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신상픽 (SinSangPick)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먹어보고 리뷰 쓰면 포인트 적립!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포인트로 편의점·카페 e쿠폰(기프티콘) 교환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4846320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소개서  |  신상픽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이용 흐름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소비자가 신상품을 구매하고 보상을 받는 3단계 구조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신상품 탐색 &amp; 구매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3566160"/>
            <a:ext cx="2743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49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편의점(CU, GS25, 세븐, 이마트24), 마트의 새로 나온 과자, 음료, 디저트 등 신상 먹거리 확인 및 구매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0916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리뷰 등록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3566160"/>
            <a:ext cx="2743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749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먹어본 맛, 가성비, 사진과 함께 솔직 후기 작성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👉 작성 즉시 현금처럼 쓰는 포인트 지급!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20116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e쿠폰(기프티콘) 교환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3566160"/>
            <a:ext cx="2743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7490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차곡차곡 모은 포인트로 편의점 모바일 상품권, 스타벅스 커피 쿠폰 등 원하는 모바일 e쿠폰 즉시 교환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 &amp; 기대효과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유저에게는 확실한 혜택을, 플랫폼에는 신뢰할 수 있는 데이터를 만듭니다.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377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관점 (User)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788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없는 소비 &amp; 쏠쏠한 리워드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80160" y="3337560"/>
            <a:ext cx="4297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56616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광고·협찬 없는 찐후기 보고 신제품 실패 없이 구매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내가 먹은 일상 후기 작성하고 포인트 받는 쏠쏠한 앱테크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모은 포인트로 편의점 상품권·커피 e쿠폰 무료 교환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77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관점 (Platform)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자발적인 찐리뷰 축적 &amp; 활성화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0" y="3337560"/>
            <a:ext cx="4297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56616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포인트 보상 시스템으로 고품질 실구매자 리뷰 자발적 누적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신제품 궁금한 유저들의 지속적인 방문 및 커뮤니티 활성화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축적된 리뷰 데이터를 바탕으로 F&amp;B 제휴 및 e쿠폰 커머스 확장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2026-09-13T08:20:53Z</dcterms:created>
  <dcterms:modified xsi:type="dcterms:W3CDTF">2026-09-13T08:20:53Z</dcterms:modified>
</cp:coreProperties>
</file>